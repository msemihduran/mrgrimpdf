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emp_sli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emp_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emp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