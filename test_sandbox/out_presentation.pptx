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231" y="0"/>
            <a:ext cx="484553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231" y="0"/>
            <a:ext cx="484553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231" y="0"/>
            <a:ext cx="4845538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